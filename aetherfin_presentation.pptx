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AetherFin GPU 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2400"/>
              </a:spcAft>
              <a:defRPr sz="2000" i="1">
                <a:solidFill>
                  <a:srgbClr val="6366F1"/>
                </a:solidFill>
                <a:latin typeface="Arial"/>
              </a:defRPr>
            </a:pPr>
            <a:r>
              <a:t>GenAI GPU FinOps &amp; Carbon Sustainability Platform</a:t>
            </a:r>
            <a:br/>
            <a:r>
              <a:t>Developed by: Banoth Srikanth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An enterprise-grade analytics portal designed to monitor, audit, and optimize Generative AI GPU clusters.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Bridges the gap between raw hardware telemetry, financial operations (FinOps), and sustainability requirements.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Built with React (TypeScript), FastAPI, SQLAlchemy, PostgreSQL, and Docker.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2400"/>
              </a:spcAft>
              <a:defRPr sz="2000" i="1">
                <a:solidFill>
                  <a:srgbClr val="6366F1"/>
                </a:solidFill>
                <a:latin typeface="Arial"/>
              </a:defRPr>
            </a:pPr>
            <a:r>
              <a:t>The Challenges in Modern GenAI Compute Operations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Skyrocketing GPU Costs: High-cost instances (H100, A100) are rented at $2-$4+/hour with no visibility into cost allocation.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Severe Resource Waste: Multi-cloud GPU instances frequently sit idle or underutilized (load &lt; 15%) while billing continues.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Carbon Auditing Gaps: No automated framework exists to map compute energy consumption to regional grid carbon factors.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Unpredictable Latencies: Model requests suffer from concurrency spikes that trigger un-audited user SLA breaches.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Business Context &amp; Industry Urgency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2400"/>
              </a:spcAft>
              <a:defRPr sz="2000" i="1">
                <a:solidFill>
                  <a:srgbClr val="6366F1"/>
                </a:solidFill>
                <a:latin typeface="Arial"/>
              </a:defRPr>
            </a:pPr>
            <a:r>
              <a:t>Connecting Green IT to Corporate Finance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Financial Waste: Over 60% of modern cloud budgets dedicated to LLM clusters are lost to over-allocation.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Regulatory &amp; Compliance Pressure: Global mandates require enterprises to audit and report Scope 3 carbon emissions.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Green IT Synergy: Demonstrates that optimizing node sizing and cluster efficiency reduces costs and carbon footprint simultaneously.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Target Audience: Chief Financial Officers (CFOs), VP of Engineering, AI Product Managers, and Sustainability Officers.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Product 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2400"/>
              </a:spcAft>
              <a:defRPr sz="2000" i="1">
                <a:solidFill>
                  <a:srgbClr val="6366F1"/>
                </a:solidFill>
                <a:latin typeface="Arial"/>
              </a:defRPr>
            </a:pPr>
            <a:r>
              <a:t>Continuous Financial and Environmental Intelligence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Real-Time Monitoring: Aggregate data logs into high-level actionable metrics (GICP, MCES, SLA-VEI).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Actionable Recommendations: Automatically generate the top 5 cost-saving and emissions-minimizing sizing actions.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Interactive Simulation: Enable Product Managers to simulate 'What-If' scenarios before allocating node pools.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Enterprise Audit Trails: Maintain secure, immutable logs tracking all administrative changes and exports.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2400"/>
              </a:spcAft>
              <a:defRPr sz="2000" i="1">
                <a:solidFill>
                  <a:srgbClr val="6366F1"/>
                </a:solidFill>
                <a:latin typeface="Arial"/>
              </a:defRPr>
            </a:pPr>
            <a:r>
              <a:t>A Clean, High-Performance Multi-Tier System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Frontend: React SPA built with TypeScript, featuring custom glassmorphism styling and SVG/Canvas charts.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Backend: FastAPI REST framework serving optimized endpoints, leveraging NumPy for z-score calculations.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Database Tier: Dynamic SQLAlchemy setup supporting local SQLite development and multi-tenant production PostgreSQL.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Containerization: Docker and Docker Compose stacks handling databases, pgAdmin instances, and application services.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Database Design &amp; Schema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2400"/>
              </a:spcAft>
              <a:defRPr sz="2000" i="1">
                <a:solidFill>
                  <a:srgbClr val="6366F1"/>
                </a:solidFill>
                <a:latin typeface="Arial"/>
              </a:defRPr>
            </a:pPr>
            <a:r>
              <a:t>Entity-Relationship Core for Telemetry Auditing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gpu_cluster_nodes: Node-level registry (provider, instance type, hourly rate, carbon factor, status).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model_deployments: Deployed LLM/diffusion configurations mapped to nodes and target latency SLAs.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gpu_utilization_logs: Hourly telemetry records tracking GPU load percentage and physical power draw.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carbon_emissions_logs: Calculated environmental factors corresponding to hourly power consumption.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inference_request_logs: Transaction audit trails tracking request parameters, token counts, and SLA violation status.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users &amp; activity_logs: Secure tables tracking JWT accounts and administrative actions.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Innovative KPI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2400"/>
              </a:spcAft>
              <a:defRPr sz="2000" i="1">
                <a:solidFill>
                  <a:srgbClr val="6366F1"/>
                </a:solidFill>
                <a:latin typeface="Arial"/>
              </a:defRPr>
            </a:pPr>
            <a:r>
              <a:t>Beyond Technical Metrics: Inventing Business Indicators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GPU Idle Cost Penalty (GICP): Quantifies the dollar cost of premium compute capacity running under 15% utilization.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Model Compute Efficiency Score (MCES): Standardizes model throughput against physical power consumption (Tokens/Wh).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SLA Violation Exposure Index (SLA-VEI): Measures SLA latency breaches weighted non-linearly by overshoot severity.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Carbon Offset ROI (COROI): Measures the dollar savings generated per kilogram of reduced carbon emissions.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Trend &amp; Cohort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2400"/>
              </a:spcAft>
              <a:defRPr sz="2000" i="1">
                <a:solidFill>
                  <a:srgbClr val="6366F1"/>
                </a:solidFill>
                <a:latin typeface="Arial"/>
              </a:defRPr>
            </a:pPr>
            <a:r>
              <a:t>Long-Term Cluster Telemetry Optimization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Multi-Range Filters: Supports 7-day, 30-day, and custom timeline aggregation windows.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Diurnal Demand Profiles: Identifies node demand spikes (e.g. peak hours between 9 AM and 6 PM) to plan scheduling.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Cohort Analysis: Compares model execution profiles to pinpoint underperforming instances and high-risk clusters.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Green Savings Tracking: Measures GICP improvements and emission reductions before and after optimizations.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Anomaly Detection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2400"/>
              </a:spcAft>
              <a:defRPr sz="2000" i="1">
                <a:solidFill>
                  <a:srgbClr val="6366F1"/>
                </a:solidFill>
                <a:latin typeface="Arial"/>
              </a:defRPr>
            </a:pPr>
            <a:r>
              <a:t>Z-Score Statistical Outlier Analysis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Dynamic Baselines: Avoids static thresholds by computing mean and standard deviation over active sliding windows.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Z-Score Audits: Identifies latency spikes and power draws exceeding a Z-score of 2.2.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Waste Alerts: Automatically flags nodes operating under 10% average load for a sustained period of 12+ hours.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Root-Cause Explanations: Pairs alerts with technical root causes and recommendations (e.g. rerouting traffic).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Executive Business Impact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2400"/>
              </a:spcAft>
              <a:defRPr sz="2000" i="1">
                <a:solidFill>
                  <a:srgbClr val="6366F1"/>
                </a:solidFill>
                <a:latin typeface="Arial"/>
              </a:defRPr>
            </a:pPr>
            <a:r>
              <a:t>Quantifying Value for C-Suite Decision Support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Quantified ROI: Displays current state, projected optimized state, and weekly/monthly cost reductions.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Quantified Carbon Savings: Demonstrates green IT achievements in kilograms of CO2 saved.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Top 5 Recommendations: Provides a dedicated list of immediate sizing and decommissioning actions.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One-Click Exports: Stream summaries and audit trails directly to CSV or formatted text reports.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AI FinOps Optimization Advisor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2400"/>
              </a:spcAft>
              <a:defRPr sz="2000" i="1">
                <a:solidFill>
                  <a:srgbClr val="6366F1"/>
                </a:solidFill>
                <a:latin typeface="Arial"/>
              </a:defRPr>
            </a:pPr>
            <a:r>
              <a:t>Conversational AI Interface for Technical Teams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Context-Aware Prompting: Supplies local cluster metrics, billing rates, and carbon parameters directly to the LLM.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Natural Language Queries: Allows users to ask questions like 'How can I reduce costs by 20%?' or 'Which nodes are underperforming?'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Conversational fallback: Implements rule-based fallback logic to analyze local database statistics if the API is offline.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Metric-Driven Output: Delivers structured, evidence-based recommendations and projected savings.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What-If GPU Sizing Simulator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2400"/>
              </a:spcAft>
              <a:defRPr sz="2000" i="1">
                <a:solidFill>
                  <a:srgbClr val="6366F1"/>
                </a:solidFill>
                <a:latin typeface="Arial"/>
              </a:defRPr>
            </a:pPr>
            <a:r>
              <a:t>Predictive Modeling of Cluster Modifications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Parameter Control: Sliders to adjust active node count, daily hours of operation, and target concurrency levels.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Routing Strategies: Toggle between Cost-Optimized (cheapest instances) and Carbon-Optimized (cleanest energy grids).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Trade-Off Modeling: Visualizes how reducing node counts affects projected customer latency and SLA violation rates.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Impact Previews: Displays monthly savings and net carbon saved in real time before deployment.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Technology Stack Breakdown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2400"/>
              </a:spcAft>
              <a:defRPr sz="2000" i="1">
                <a:solidFill>
                  <a:srgbClr val="6366F1"/>
                </a:solidFill>
                <a:latin typeface="Arial"/>
              </a:defRPr>
            </a:pPr>
            <a:r>
              <a:t>Modern, High-Performance Software Stack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Frontend: React 18, TypeScript, Vite, Vanilla CSS Zinc dark-mode theme, Chart.js for data visualizations.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Backend: Python 3.11+, FastAPI (high-performance ASGI server), SQLAlchemy (Object-Relational Mapping).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Database: PostgreSQL for production setups, SQLite for local testing, PyMySQL as database driver.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Security: PyJWT for token generation, Cryptography for password salting, CORS origin protection.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Performance &amp; Load Testing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2400"/>
              </a:spcAft>
              <a:defRPr sz="2000" i="1">
                <a:solidFill>
                  <a:srgbClr val="6366F1"/>
                </a:solidFill>
                <a:latin typeface="Arial"/>
              </a:defRPr>
            </a:pPr>
            <a:r>
              <a:t>Optimizing Telemetry Query Performance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N+1 Resolution: Resolved DB query loops by pre-fetching deployment records into memory dictionaries.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Response Time: Achieved P50 latency of 2.6 seconds at a peak load of 1,000 concurrent requests.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SQLite Connection Optimization: Replaced standard SQLAlchemy connection pooling with NullPool to prevent write locks.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Memory &amp; CPU Stability: Documented stable 5.2% CPU and 132MB RAM usage during peak concurrency testing.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Security &amp; Audit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2400"/>
              </a:spcAft>
              <a:defRPr sz="2000" i="1">
                <a:solidFill>
                  <a:srgbClr val="6366F1"/>
                </a:solidFill>
                <a:latin typeface="Arial"/>
              </a:defRPr>
            </a:pPr>
            <a:r>
              <a:t>Securing Telemetry Audits and Exports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Token Security: JWT validation prevents unauthorized access to secure metrics, anomalies, and logs.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Input Validation: Pydantic schemas filter malformed payloads and reject invalid data inputs.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SQL Injection Prevention: SQLAlchemy ORM parameters parameterized all queries, eliminating SQL injection risk.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CORS Protection: Configured origins control API resource sharing, blocking unauthorized domains.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Business Impact &amp; Sizing ROI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2400"/>
              </a:spcAft>
              <a:defRPr sz="2000" i="1">
                <a:solidFill>
                  <a:srgbClr val="6366F1"/>
                </a:solidFill>
                <a:latin typeface="Arial"/>
              </a:defRPr>
            </a:pPr>
            <a:r>
              <a:t>Realizing Financial and Sustainable Value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Quantified savings: Decommissioning underutilized clusters yields an estimated weekly saving of $2,499.73.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Green Achievements: Reduces carbon emissions by 89.06 kg of CO2 per week per cluster.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Customer Experience Safeguards: Warns teams if cost-cutting compromises SLA targets, maintaining performance.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Investment ROI: Promotes corporate green initiatives by connecting environmental metrics to core financial savings.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Future Scope &amp; Improvements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2400"/>
              </a:spcAft>
              <a:defRPr sz="2000" i="1">
                <a:solidFill>
                  <a:srgbClr val="6366F1"/>
                </a:solidFill>
                <a:latin typeface="Arial"/>
              </a:defRPr>
            </a:pPr>
            <a:r>
              <a:t>Moving from Monitoring to Autonomous Optimizations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Autonomous Scaling: Connect the sizing API to cloud providers (e.g. AWS EKS) to automatically scale node pools.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Machine Learning Forecasts: Build regression models to predict compute demands and preemptively allocate spot instances.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Carbon Offset Marketplace: Integrate carbon credit APIs to allow teams to purchase offsets directly from the dashboard.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Multi-Tenant SaaS: Upgrade database tenancy to host and manage isolated accounts for multiple enterprises.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2400"/>
              </a:spcAft>
              <a:defRPr sz="2000" i="1">
                <a:solidFill>
                  <a:srgbClr val="6366F1"/>
                </a:solidFill>
                <a:latin typeface="Arial"/>
              </a:defRPr>
            </a:pPr>
            <a:r>
              <a:t>AetherFin GPU Ops: Production-Grade Portfolio Success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AetherFin successfully bridges GenAI infrastructure, financial auditing, and carbon accounting.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Designed with premium zinc dark-mode styling, dynamic calculations, and security guards.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Validated to handle 1,000 concurrent connections, proving production readiness.</a:t>
            </a:r>
          </a:p>
          <a:p>
            <a:pPr>
              <a:spcAft>
                <a:spcPts val="1200"/>
              </a:spcAft>
              <a:defRPr sz="1600">
                <a:solidFill>
                  <a:srgbClr val="64748B"/>
                </a:solidFill>
                <a:latin typeface="Arial"/>
              </a:defRPr>
            </a:pPr>
            <a:r>
              <a:t>Demonstrates advanced skills in Product Management, Business Intelligence, Data Engineering, and Security.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